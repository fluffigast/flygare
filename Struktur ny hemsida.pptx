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1253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B5ACEC-3E06-C5C7-3F02-BFCCEAE96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ADC5772-EBAA-5C5D-46C7-B289CBF1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21EB988-9338-5B10-371E-5F49D15A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61C4957-6AC9-71E7-BD4C-E2FDD3C9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3509F31-78C8-2140-39FA-0018FD35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403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C7C958B-D4E7-7758-05A2-A7BC14B3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D1D4778-4249-8A35-35FB-1E9ED4B46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2BFFD5E-BF06-3A3D-E2DA-3E8739C4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8DB635C-02EF-B5B1-FB91-16E4DE81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6871E91-9B71-AFE9-77BA-D152C22B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500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58C207C-9C11-B0A5-BEA1-909B3CC0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EC70E2D-F8EB-E2E7-6AE6-03D8BA262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7967BB-9A05-E1EB-0C22-A2D246D1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9F575FA-EBD8-41A5-526D-96DD6375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6ABC201-50FD-B551-3C29-D9B7E7C5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65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DD452C7-88E8-F324-D0B5-EA3E6D29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610B8F-01D3-E5FB-023A-0C4F8B3E4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8BE61AE-61D2-2243-4F05-6B74FE21B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34D3036-0EFA-790E-A31E-DD378EC0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33E8AFA-019C-448F-B8BD-E3377ED7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F1A002B-01D1-C5C9-5135-5B7257AA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6001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18FC0D4-36F9-14BF-A21F-93C1C47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BD5F0C8-C5D7-E26E-C689-2A982FD3E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F22E7529-53AA-09D4-61D0-60AD3A9C8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427B4B9-B613-42EA-F0FA-0F1D96AA4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4E70CD6-BCF7-43FA-8ACD-25DA94566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206A0459-20D2-31F4-3326-41BDDAD9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39EB3DDE-1957-F982-46C3-26A04334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7B940A23-A37B-EB91-F95F-9525CC2F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152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C018DCA-4627-5BFF-5273-A15F6C9A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3B79EA1-EBB1-8E6A-9953-64B41BE2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5FB1F10-911A-1DB5-CCEC-AD85CF7A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AF25AF2-1237-E0C9-DAD4-BDF6E33F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394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7CB1AF7-3E38-3B67-63D2-751B774D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0AAEA19-6623-3E47-BD4F-3CD80E03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A12133C2-EBF3-82D8-FF06-F0848B80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532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A4B06B5-225E-0CD8-5C15-781A5D7F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D0CC657-7B6B-256A-4F44-3A1765002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70C2BF7-5790-2353-9E91-63383B44B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481E16B-29FB-E354-4CB4-1EBBB44F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03EF42E-3FDC-AE95-BDD7-0A44A2C6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73D69A2-E483-5AE8-F8F6-4BD67F9A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398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EE2F83D-AC1E-4AB6-281D-28A1889F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32EA507-53D8-4ACD-6029-82C0B5007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C80719F-835D-2347-7067-931BE7318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8B9780C-08E5-97DD-D58D-C89713FC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D3D7F59-863E-1B41-075F-48670D46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E06D261-A3F5-F49F-A57E-AB7D5F6E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371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4BE658-8E83-F510-89BA-C8C91285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37E160B-805C-0DCE-43C7-996DF1970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BE50BE6-C19B-063D-C899-1430A5BF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035C297-C629-8EB0-4DF7-B69C6AF0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D584C5F-8B10-3EBA-07FF-824B5D47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791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5CBA99DB-6999-975B-0E98-E43F6DFBF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D8FF267-0242-9AEF-A897-BA454F319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E6CE94F-C855-715E-19EE-41E2BC04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21E4AE4-7EFA-30E4-F9EE-E505B1F4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0D43036-1E2B-93AA-94AC-C490599B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265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1F447AD-0D43-1B67-F375-8AB77D47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80C855C-6201-6BAB-3A5A-1DB998CCE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6CAF682-78D9-B54F-1299-1B1F331FB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86361-AA89-4BD5-BB80-6B84AF670F44}" type="datetimeFigureOut">
              <a:rPr lang="sv-SE" smtClean="0"/>
              <a:t>2026-05-24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FFE6D8C-C58C-42D0-A897-200F3F3D6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39522C4-2E99-CF1F-D491-AF5D12C33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AB159-1CCC-4B6D-B846-25F58707E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65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7BC3747C-9199-FE2C-02C9-DE9C9D4A4BA3}"/>
              </a:ext>
            </a:extLst>
          </p:cNvPr>
          <p:cNvSpPr txBox="1"/>
          <p:nvPr/>
        </p:nvSpPr>
        <p:spPr>
          <a:xfrm>
            <a:off x="369346" y="114813"/>
            <a:ext cx="480453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v-SE" sz="3600" b="1" dirty="0"/>
              <a:t>Startsidan med rubriker</a:t>
            </a:r>
            <a:endParaRPr lang="sv-SE" sz="2800" b="1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36C98EC-2720-C82C-192A-88EE644CB470}"/>
              </a:ext>
            </a:extLst>
          </p:cNvPr>
          <p:cNvSpPr txBox="1"/>
          <p:nvPr/>
        </p:nvSpPr>
        <p:spPr>
          <a:xfrm>
            <a:off x="8282487" y="3589529"/>
            <a:ext cx="3540166" cy="8002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2800" b="1" dirty="0"/>
              <a:t>Bli medlem </a:t>
            </a:r>
          </a:p>
          <a:p>
            <a:r>
              <a:rPr lang="sv-SE" dirty="0"/>
              <a:t>(länk till SSFF webbshop) 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7611991D-9BA4-85E1-1A72-A40F4A647C16}"/>
              </a:ext>
            </a:extLst>
          </p:cNvPr>
          <p:cNvSpPr txBox="1"/>
          <p:nvPr/>
        </p:nvSpPr>
        <p:spPr>
          <a:xfrm>
            <a:off x="547741" y="2345976"/>
            <a:ext cx="7455948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2400" b="1" dirty="0"/>
              <a:t>Viktig info till alla som flyger i Åre – FLYGREGELR </a:t>
            </a:r>
          </a:p>
          <a:p>
            <a:r>
              <a:rPr lang="sv-SE" dirty="0"/>
              <a:t>(länk till </a:t>
            </a:r>
            <a:r>
              <a:rPr lang="sv-SE" i="1" dirty="0"/>
              <a:t>Flyga i Åre </a:t>
            </a:r>
            <a:r>
              <a:rPr lang="sv-SE" dirty="0"/>
              <a:t>där flygreglerna finns) </a:t>
            </a:r>
          </a:p>
          <a:p>
            <a:endParaRPr lang="sv-SE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5D38AC11-A59B-0318-09DE-F8F88F042F97}"/>
              </a:ext>
            </a:extLst>
          </p:cNvPr>
          <p:cNvSpPr txBox="1"/>
          <p:nvPr/>
        </p:nvSpPr>
        <p:spPr>
          <a:xfrm>
            <a:off x="547741" y="3589529"/>
            <a:ext cx="7455948" cy="249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2400" b="1" dirty="0"/>
              <a:t>Nyheter</a:t>
            </a:r>
          </a:p>
          <a:p>
            <a:r>
              <a:rPr lang="sv-SE" dirty="0"/>
              <a:t>(Visar de senaste nyheterna men länkar även till knappen </a:t>
            </a:r>
            <a:r>
              <a:rPr lang="sv-SE" i="1" dirty="0"/>
              <a:t>Nyheter </a:t>
            </a:r>
            <a:r>
              <a:rPr lang="sv-SE" dirty="0"/>
              <a:t>där alla nyheter finns)</a:t>
            </a:r>
          </a:p>
          <a:p>
            <a:endParaRPr lang="sv-SE" sz="2400" dirty="0"/>
          </a:p>
          <a:p>
            <a:endParaRPr lang="sv-SE" sz="2400" dirty="0"/>
          </a:p>
          <a:p>
            <a:endParaRPr lang="sv-SE" sz="2400" dirty="0"/>
          </a:p>
          <a:p>
            <a:r>
              <a:rPr lang="sv-SE" sz="2400" dirty="0"/>
              <a:t> </a:t>
            </a: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D6DC85C9-0482-0A5C-0186-D6FEFE37910A}"/>
              </a:ext>
            </a:extLst>
          </p:cNvPr>
          <p:cNvSpPr txBox="1"/>
          <p:nvPr/>
        </p:nvSpPr>
        <p:spPr>
          <a:xfrm>
            <a:off x="8282488" y="2345976"/>
            <a:ext cx="3540165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2400" b="1" dirty="0"/>
              <a:t>Aktuellt väder</a:t>
            </a:r>
          </a:p>
          <a:p>
            <a:r>
              <a:rPr lang="sv-SE" dirty="0"/>
              <a:t>(visa aktuell vind från vindmätarna &amp; länk till </a:t>
            </a:r>
            <a:r>
              <a:rPr lang="sv-SE" i="1" dirty="0"/>
              <a:t>Väder</a:t>
            </a:r>
            <a:r>
              <a:rPr lang="sv-SE" dirty="0"/>
              <a:t> under </a:t>
            </a:r>
            <a:r>
              <a:rPr lang="sv-SE" i="1" dirty="0"/>
              <a:t>Flyga i Åre </a:t>
            </a:r>
            <a:r>
              <a:rPr lang="sv-SE" dirty="0"/>
              <a:t>)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AC9CB9D9-EEEA-7765-DB61-B955034E4DB2}"/>
              </a:ext>
            </a:extLst>
          </p:cNvPr>
          <p:cNvSpPr txBox="1"/>
          <p:nvPr/>
        </p:nvSpPr>
        <p:spPr>
          <a:xfrm>
            <a:off x="5984111" y="154622"/>
            <a:ext cx="5838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i="1" dirty="0"/>
              <a:t>Allmän synpunkter på nuvarande startsidan: </a:t>
            </a:r>
          </a:p>
          <a:p>
            <a:r>
              <a:rPr lang="sv-SE" sz="1400" i="1" dirty="0"/>
              <a:t>- Snyggt men gör bilderna mindre så man inte behöver scrolla så mycket för att se all info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71BD64B3-4519-FDD0-0FF5-C134BB5249A8}"/>
              </a:ext>
            </a:extLst>
          </p:cNvPr>
          <p:cNvSpPr txBox="1"/>
          <p:nvPr/>
        </p:nvSpPr>
        <p:spPr>
          <a:xfrm>
            <a:off x="2011234" y="1509425"/>
            <a:ext cx="122099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Flyga i Åre 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5F67818F-D53F-2979-8C7E-4BD2BA916D88}"/>
              </a:ext>
            </a:extLst>
          </p:cNvPr>
          <p:cNvSpPr txBox="1"/>
          <p:nvPr/>
        </p:nvSpPr>
        <p:spPr>
          <a:xfrm>
            <a:off x="3463066" y="1509425"/>
            <a:ext cx="12209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Nyheter 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BB6C6FDD-DA7B-15AD-E0C3-3474FF67DE01}"/>
              </a:ext>
            </a:extLst>
          </p:cNvPr>
          <p:cNvSpPr txBox="1"/>
          <p:nvPr/>
        </p:nvSpPr>
        <p:spPr>
          <a:xfrm>
            <a:off x="4909359" y="1509425"/>
            <a:ext cx="1220991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Aktiviteter 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8813BA90-73E6-B078-56C2-5E6BC595A280}"/>
              </a:ext>
            </a:extLst>
          </p:cNvPr>
          <p:cNvSpPr txBox="1"/>
          <p:nvPr/>
        </p:nvSpPr>
        <p:spPr>
          <a:xfrm>
            <a:off x="7801945" y="1513083"/>
            <a:ext cx="1642786" cy="369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Om klubben 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AEB61D89-1CC1-E028-503D-918463FA641F}"/>
              </a:ext>
            </a:extLst>
          </p:cNvPr>
          <p:cNvSpPr txBox="1"/>
          <p:nvPr/>
        </p:nvSpPr>
        <p:spPr>
          <a:xfrm>
            <a:off x="9670033" y="1513083"/>
            <a:ext cx="969982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Övrigt 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C3F55912-2CCF-0BDD-AF6B-ACEADD32EF40}"/>
              </a:ext>
            </a:extLst>
          </p:cNvPr>
          <p:cNvSpPr txBox="1"/>
          <p:nvPr/>
        </p:nvSpPr>
        <p:spPr>
          <a:xfrm>
            <a:off x="580466" y="1509426"/>
            <a:ext cx="1273878" cy="369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Hem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2D3C9D21-A4DB-CD55-F461-8D1EBF79395A}"/>
              </a:ext>
            </a:extLst>
          </p:cNvPr>
          <p:cNvSpPr txBox="1"/>
          <p:nvPr/>
        </p:nvSpPr>
        <p:spPr>
          <a:xfrm>
            <a:off x="6355652" y="1509425"/>
            <a:ext cx="1220991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dirty="0"/>
              <a:t>Tävling </a:t>
            </a:r>
          </a:p>
        </p:txBody>
      </p:sp>
    </p:spTree>
    <p:extLst>
      <p:ext uri="{BB962C8B-B14F-4D97-AF65-F5344CB8AC3E}">
        <p14:creationId xmlns:p14="http://schemas.microsoft.com/office/powerpoint/2010/main" val="86607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ell 22">
            <a:extLst>
              <a:ext uri="{FF2B5EF4-FFF2-40B4-BE49-F238E27FC236}">
                <a16:creationId xmlns:a16="http://schemas.microsoft.com/office/drawing/2014/main" id="{7CFBF218-01B6-D4D2-FCA0-EEE86E848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567981"/>
              </p:ext>
            </p:extLst>
          </p:nvPr>
        </p:nvGraphicFramePr>
        <p:xfrm>
          <a:off x="2131134" y="650240"/>
          <a:ext cx="7673716" cy="555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6858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  <a:gridCol w="3836858">
                  <a:extLst>
                    <a:ext uri="{9D8B030D-6E8A-4147-A177-3AD203B41FA5}">
                      <a16:colId xmlns:a16="http://schemas.microsoft.com/office/drawing/2014/main" val="3687400301"/>
                    </a:ext>
                  </a:extLst>
                </a:gridCol>
              </a:tblGrid>
              <a:tr h="35753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800" b="1" dirty="0">
                          <a:solidFill>
                            <a:schemeClr val="tx1"/>
                          </a:solidFill>
                        </a:rPr>
                        <a:t>Flyga i Åre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v-SE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61406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Säkerhet / Nödsituation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Rutiner vid nödsituation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Säkerhet &amp; ansvar/ </a:t>
                      </a:r>
                      <a:r>
                        <a:rPr lang="sv-S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Etik &amp; hänsyn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 sz="1200" b="1" dirty="0"/>
                        <a:t>Cross country flygning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Info om vad man bör tänka på vid XC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Info om luftrum med luftrumskarta.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Rutiner för flygning i luftrummet.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Länkar &amp; telefonnummer för flygning i luftrum.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Radiofrekvens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9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Flygregler </a:t>
                      </a:r>
                    </a:p>
                    <a:p>
                      <a:pPr marL="171450" indent="-171450" algn="l" defTabSz="914400" rtl="0" eaLnBrk="1" latinLnBrk="0" hangingPunct="1">
                        <a:buFontTx/>
                        <a:buChar char="-"/>
                      </a:pPr>
                      <a:r>
                        <a:rPr lang="sv-S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Sammanfattning över de viktigaste från reglerna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sv-SE" sz="1200" b="0" dirty="0"/>
                        <a:t>Samarbetsavtalet </a:t>
                      </a:r>
                      <a:r>
                        <a:rPr lang="sv-SE" sz="1200" b="0" dirty="0" err="1"/>
                        <a:t>Skistar</a:t>
                      </a:r>
                      <a:endParaRPr lang="sv-SE" sz="1200" b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sv-SE" sz="1200" b="0" dirty="0"/>
                        <a:t>Avtalet Kommersiell aktör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 sz="1200" b="1" dirty="0" err="1"/>
                        <a:t>Acro</a:t>
                      </a:r>
                      <a:r>
                        <a:rPr lang="sv-SE" sz="1200" b="1" dirty="0"/>
                        <a:t> flygning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Info om vad man bör tänka på vid </a:t>
                      </a:r>
                      <a:r>
                        <a:rPr lang="sv-SE" sz="1200" dirty="0" err="1"/>
                        <a:t>acro</a:t>
                      </a:r>
                      <a:r>
                        <a:rPr lang="sv-SE" sz="1200" dirty="0"/>
                        <a:t>,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Räddningsbåt (länk till reglerna),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 err="1"/>
                        <a:t>Acrobox</a:t>
                      </a:r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Väder 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allmänt om lokala väderförhållanden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Länkar till vädersidor &amp; vindmätare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 sz="1200" b="1" dirty="0" err="1"/>
                        <a:t>Speedrider</a:t>
                      </a:r>
                      <a:r>
                        <a:rPr lang="sv-SE" sz="1200" b="1" dirty="0"/>
                        <a:t>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Info om vad man bör tänka på vid flygning med </a:t>
                      </a:r>
                      <a:r>
                        <a:rPr lang="sv-SE" sz="1200" dirty="0" err="1"/>
                        <a:t>speedrider</a:t>
                      </a:r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510145">
                <a:tc>
                  <a:txBody>
                    <a:bodyPr/>
                    <a:lstStyle/>
                    <a:p>
                      <a:r>
                        <a:rPr lang="sv-SE" sz="1200" b="1" dirty="0"/>
                        <a:t>Starter &amp; landningar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Beskrivning av &amp; info om startplatser i Åre med omnejd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Karta över dessa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1" dirty="0"/>
                        <a:t>Hängflyg</a:t>
                      </a:r>
                      <a:r>
                        <a:rPr lang="sv-SE" sz="12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dirty="0"/>
                        <a:t>- Info om vad man bör tänka på vid flygning med hängflyg</a:t>
                      </a:r>
                      <a:endParaRPr lang="sv-SE" sz="12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sv-SE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 err="1"/>
                        <a:t>Klubbuss</a:t>
                      </a:r>
                      <a:r>
                        <a:rPr lang="sv-SE" sz="1200" b="1" dirty="0"/>
                        <a:t> &amp; räddningsbåt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Allmänt vad som gäller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Regler &amp; avgifter </a:t>
                      </a:r>
                      <a:r>
                        <a:rPr lang="sv-SE" sz="1200" dirty="0" err="1"/>
                        <a:t>klubbuss</a:t>
                      </a:r>
                      <a:r>
                        <a:rPr lang="sv-SE" sz="1200" dirty="0"/>
                        <a:t> (</a:t>
                      </a:r>
                      <a:r>
                        <a:rPr lang="sv-SE" sz="1200" dirty="0" err="1"/>
                        <a:t>enl</a:t>
                      </a:r>
                      <a:r>
                        <a:rPr lang="sv-SE" sz="1200" dirty="0"/>
                        <a:t> skapat dok)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Regler </a:t>
                      </a:r>
                      <a:r>
                        <a:rPr lang="sv-SE" sz="1200" dirty="0" err="1"/>
                        <a:t>räddningsbår</a:t>
                      </a:r>
                      <a:r>
                        <a:rPr lang="sv-SE" sz="1200" dirty="0"/>
                        <a:t> (enligt skapat dok)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Paramotor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dirty="0"/>
                        <a:t>- Info om vad man bör tänka på vid flygning med paramotor</a:t>
                      </a:r>
                      <a:endParaRPr lang="sv-SE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80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6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28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2531-7A29-CC4E-A097-01DF55B6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ell 23">
            <a:extLst>
              <a:ext uri="{FF2B5EF4-FFF2-40B4-BE49-F238E27FC236}">
                <a16:creationId xmlns:a16="http://schemas.microsoft.com/office/drawing/2014/main" id="{37EC92B3-7406-5531-1181-4625248C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98930"/>
              </p:ext>
            </p:extLst>
          </p:nvPr>
        </p:nvGraphicFramePr>
        <p:xfrm>
          <a:off x="4197753" y="786565"/>
          <a:ext cx="3379660" cy="3343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660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</a:tblGrid>
              <a:tr h="357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800" b="1" dirty="0">
                          <a:solidFill>
                            <a:schemeClr val="tx1"/>
                          </a:solidFill>
                        </a:rPr>
                        <a:t>Aktiviteter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61406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Kalender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- En kalender med en översikt över alla aktiviteter under året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294020"/>
                  </a:ext>
                </a:extLst>
              </a:tr>
              <a:tr h="476578">
                <a:tc>
                  <a:txBody>
                    <a:bodyPr/>
                    <a:lstStyle/>
                    <a:p>
                      <a:r>
                        <a:rPr lang="sv-SE" sz="1200" b="1" dirty="0"/>
                        <a:t>Klubbresor</a:t>
                      </a:r>
                      <a:r>
                        <a:rPr lang="sv-SE" sz="1200" dirty="0"/>
                        <a:t> </a:t>
                      </a:r>
                    </a:p>
                    <a:p>
                      <a:r>
                        <a:rPr lang="sv-SE" sz="1200" dirty="0"/>
                        <a:t>- Information om klubbresor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Årsmöten </a:t>
                      </a:r>
                    </a:p>
                    <a:p>
                      <a:r>
                        <a:rPr lang="sv-SE" sz="1200" b="1" dirty="0"/>
                        <a:t>- </a:t>
                      </a:r>
                      <a:r>
                        <a:rPr lang="sv-SE" sz="1200" b="0" dirty="0"/>
                        <a:t>Alla dokument från årsmöte sorterade på årtal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510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1" dirty="0"/>
                        <a:t>Övriga klubbaktiviteter </a:t>
                      </a:r>
                    </a:p>
                    <a:p>
                      <a:r>
                        <a:rPr lang="sv-SE" sz="1200" dirty="0"/>
                        <a:t>Info läggs ut när det behövs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80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6760"/>
                  </a:ext>
                </a:extLst>
              </a:tr>
            </a:tbl>
          </a:graphicData>
        </a:graphic>
      </p:graphicFrame>
      <p:graphicFrame>
        <p:nvGraphicFramePr>
          <p:cNvPr id="25" name="Tabell 24">
            <a:extLst>
              <a:ext uri="{FF2B5EF4-FFF2-40B4-BE49-F238E27FC236}">
                <a16:creationId xmlns:a16="http://schemas.microsoft.com/office/drawing/2014/main" id="{0445E5C9-7916-3230-569F-E5286F926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753441"/>
              </p:ext>
            </p:extLst>
          </p:nvPr>
        </p:nvGraphicFramePr>
        <p:xfrm>
          <a:off x="536147" y="771927"/>
          <a:ext cx="3379659" cy="337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659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</a:tblGrid>
              <a:tr h="339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Nyheter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857192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r>
                        <a:rPr lang="sv-SE" sz="1200" dirty="0"/>
                        <a:t>Här ska alla nyheter ligga i kronologisk ordning med möjlighet att kategorisera/sortera efter;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Alla kategorier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Aktiviteter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Information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Tävlingar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Övrigt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9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209218"/>
                  </a:ext>
                </a:extLst>
              </a:tr>
            </a:tbl>
          </a:graphicData>
        </a:graphic>
      </p:graphicFrame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9EF0EFE6-1E9E-0118-7A51-EA440ECF9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84311"/>
              </p:ext>
            </p:extLst>
          </p:nvPr>
        </p:nvGraphicFramePr>
        <p:xfrm>
          <a:off x="7878652" y="771927"/>
          <a:ext cx="3379660" cy="4142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660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2800" b="1" dirty="0">
                          <a:solidFill>
                            <a:schemeClr val="tx1"/>
                          </a:solidFill>
                        </a:rPr>
                        <a:t>Tävling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61406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Åre PPC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Allmän info  om tävlingen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Länkar, Kartor, Filer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Tävlingsresultat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91669"/>
                  </a:ext>
                </a:extLst>
              </a:tr>
              <a:tr h="476578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Topplandning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Allmän info  om tävlingen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Tävlingsresultat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Sverige Cup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sv-S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 &amp; länkar till anmälan</a:t>
                      </a:r>
                    </a:p>
                    <a:p>
                      <a:endParaRPr lang="sv-SE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51014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Övriga tävlingar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0" lang="sv-SE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 &amp; länkar till anmälan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Tävlingsstipendium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sv-SE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 &amp; länkar till ansökan </a:t>
                      </a:r>
                    </a:p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80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90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E1444AED-BA0E-3A12-8117-37E9A5F74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693904"/>
              </p:ext>
            </p:extLst>
          </p:nvPr>
        </p:nvGraphicFramePr>
        <p:xfrm>
          <a:off x="6672075" y="650003"/>
          <a:ext cx="4470576" cy="24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576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</a:tblGrid>
              <a:tr h="357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Övrigt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85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Foton</a:t>
                      </a:r>
                      <a:r>
                        <a:rPr lang="sv-SE" sz="1200" dirty="0"/>
                        <a:t> </a:t>
                      </a:r>
                    </a:p>
                    <a:p>
                      <a:r>
                        <a:rPr lang="sv-SE" sz="1200" dirty="0"/>
                        <a:t>- Bildarkiv sorterat på årtal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Skärmflygförbundet</a:t>
                      </a:r>
                      <a:r>
                        <a:rPr lang="sv-SE" sz="1200" dirty="0"/>
                        <a:t> </a:t>
                      </a:r>
                    </a:p>
                    <a:p>
                      <a:r>
                        <a:rPr lang="sv-SE" sz="1200" dirty="0"/>
                        <a:t>- Länk till startsidan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Dokumentarkiv </a:t>
                      </a:r>
                    </a:p>
                    <a:p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- Här läggs övrigt som måste sparas &amp; vara tillgängligt för alla medlemmar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209218"/>
                  </a:ext>
                </a:extLst>
              </a:tr>
            </a:tbl>
          </a:graphicData>
        </a:graphic>
      </p:graphicFrame>
      <p:graphicFrame>
        <p:nvGraphicFramePr>
          <p:cNvPr id="23" name="Tabell 22">
            <a:extLst>
              <a:ext uri="{FF2B5EF4-FFF2-40B4-BE49-F238E27FC236}">
                <a16:creationId xmlns:a16="http://schemas.microsoft.com/office/drawing/2014/main" id="{BD889436-31BE-93C6-06F5-6813F70B0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029927"/>
              </p:ext>
            </p:extLst>
          </p:nvPr>
        </p:nvGraphicFramePr>
        <p:xfrm>
          <a:off x="473276" y="650003"/>
          <a:ext cx="5622724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2724">
                  <a:extLst>
                    <a:ext uri="{9D8B030D-6E8A-4147-A177-3AD203B41FA5}">
                      <a16:colId xmlns:a16="http://schemas.microsoft.com/office/drawing/2014/main" val="2084024932"/>
                    </a:ext>
                  </a:extLst>
                </a:gridCol>
              </a:tblGrid>
              <a:tr h="357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Om klubben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857192"/>
                  </a:ext>
                </a:extLst>
              </a:tr>
              <a:tr h="357534"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Historia &amp; nutid</a:t>
                      </a:r>
                      <a:endParaRPr lang="sv-SE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Klubbens historia med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Historiska bilder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Rekord genom tiderna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Kort info om klubben idag tex medlemsantal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Dagens rekord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 err="1">
                          <a:solidFill>
                            <a:schemeClr val="tx1"/>
                          </a:solidFill>
                        </a:rPr>
                        <a:t>Ev</a:t>
                      </a: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 info om duktiga piloter i klubben (tex Johanna </a:t>
                      </a:r>
                      <a:r>
                        <a:rPr lang="sv-SE" sz="1200" b="0" dirty="0" err="1">
                          <a:solidFill>
                            <a:schemeClr val="tx1"/>
                          </a:solidFill>
                        </a:rPr>
                        <a:t>Hamne</a:t>
                      </a: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) OBS! Medgivande krävs från personen.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9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Kontakt</a:t>
                      </a:r>
                      <a:r>
                        <a:rPr lang="sv-SE" sz="1200" dirty="0"/>
                        <a:t>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Mailadress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Länkar till sociala medier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Besöksadress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 err="1"/>
                        <a:t>Organisationsnr</a:t>
                      </a:r>
                      <a:endParaRPr lang="sv-SE" sz="12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dirty="0"/>
                        <a:t>Flygradiofrekvens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9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/>
                        <a:t>Styrelsen</a:t>
                      </a:r>
                      <a:r>
                        <a:rPr lang="sv-SE" sz="1200" dirty="0"/>
                        <a:t> </a:t>
                      </a:r>
                    </a:p>
                    <a:p>
                      <a:r>
                        <a:rPr lang="sv-SE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Info om de olika styrelsemedlemmarna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89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1200" b="1" dirty="0">
                          <a:solidFill>
                            <a:schemeClr val="tx1"/>
                          </a:solidFill>
                        </a:rPr>
                        <a:t>Klubbprodukter</a:t>
                      </a:r>
                      <a:r>
                        <a:rPr lang="sv-SE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Kort info om att man kan köpa </a:t>
                      </a:r>
                      <a:r>
                        <a:rPr lang="sv-SE" sz="1200" b="0" dirty="0" err="1">
                          <a:solidFill>
                            <a:schemeClr val="tx1"/>
                          </a:solidFill>
                        </a:rPr>
                        <a:t>prdukter</a:t>
                      </a: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 med klubbens logga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Bild på någon medlem med en snygg tröja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Länk till </a:t>
                      </a:r>
                      <a:r>
                        <a:rPr lang="sv-SE" sz="1200" b="0" dirty="0" err="1">
                          <a:solidFill>
                            <a:schemeClr val="tx1"/>
                          </a:solidFill>
                        </a:rPr>
                        <a:t>webbshoppen</a:t>
                      </a: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 ”</a:t>
                      </a:r>
                      <a:r>
                        <a:rPr lang="sv-SE" sz="1200" b="0" dirty="0" err="1">
                          <a:solidFill>
                            <a:schemeClr val="tx1"/>
                          </a:solidFill>
                        </a:rPr>
                        <a:t>spreadshirt</a:t>
                      </a:r>
                      <a:r>
                        <a:rPr lang="sv-SE" sz="1200" b="0" dirty="0">
                          <a:solidFill>
                            <a:schemeClr val="tx1"/>
                          </a:solidFill>
                        </a:rPr>
                        <a:t>”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6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1" dirty="0"/>
                        <a:t>Klubbens stadgar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20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1" dirty="0"/>
                        <a:t>Bli medlem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200" b="1" dirty="0"/>
                        <a:t>- </a:t>
                      </a:r>
                      <a:r>
                        <a:rPr lang="sv-SE" sz="1200" dirty="0"/>
                        <a:t>länk till SSFF webbshop</a:t>
                      </a:r>
                      <a:endParaRPr lang="sv-SE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2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195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484</Words>
  <Application>Microsoft Office PowerPoint</Application>
  <PresentationFormat>Bredbild</PresentationFormat>
  <Paragraphs>116</Paragraphs>
  <Slides>4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Office-tema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</dc:creator>
  <cp:lastModifiedBy>Linda</cp:lastModifiedBy>
  <cp:revision>3</cp:revision>
  <dcterms:created xsi:type="dcterms:W3CDTF">2026-05-24T16:48:43Z</dcterms:created>
  <dcterms:modified xsi:type="dcterms:W3CDTF">2026-05-24T17:34:27Z</dcterms:modified>
</cp:coreProperties>
</file>